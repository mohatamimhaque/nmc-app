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5754350" cy="22275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B5422-8883-4761-B165-EF42799A9717}" v="25" dt="2026-07-14T18:45:07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720" y="-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tamim Haque" userId="b2f1e9b3-ff35-4d1d-9e06-96eb30931555" providerId="ADAL" clId="{8A9BB8DD-27EC-4939-AB58-0583C3A48AD7}"/>
    <pc:docChg chg="undo custSel modSld">
      <pc:chgData name="Mohatamim Haque" userId="b2f1e9b3-ff35-4d1d-9e06-96eb30931555" providerId="ADAL" clId="{8A9BB8DD-27EC-4939-AB58-0583C3A48AD7}" dt="2026-07-14T19:08:38.018" v="314" actId="255"/>
      <pc:docMkLst>
        <pc:docMk/>
      </pc:docMkLst>
      <pc:sldChg chg="addSp delSp modSp mod setBg">
        <pc:chgData name="Mohatamim Haque" userId="b2f1e9b3-ff35-4d1d-9e06-96eb30931555" providerId="ADAL" clId="{8A9BB8DD-27EC-4939-AB58-0583C3A48AD7}" dt="2026-07-14T19:08:38.018" v="314" actId="255"/>
        <pc:sldMkLst>
          <pc:docMk/>
          <pc:sldMk cId="3709961616" sldId="256"/>
        </pc:sldMkLst>
        <pc:spChg chg="add mod">
          <ac:chgData name="Mohatamim Haque" userId="b2f1e9b3-ff35-4d1d-9e06-96eb30931555" providerId="ADAL" clId="{8A9BB8DD-27EC-4939-AB58-0583C3A48AD7}" dt="2026-07-14T19:07:50.398" v="305" actId="255"/>
          <ac:spMkLst>
            <pc:docMk/>
            <pc:sldMk cId="3709961616" sldId="256"/>
            <ac:spMk id="2" creationId="{2DF0EFF7-9002-3D0C-B901-748F48204EF2}"/>
          </ac:spMkLst>
        </pc:spChg>
        <pc:spChg chg="del">
          <ac:chgData name="Mohatamim Haque" userId="b2f1e9b3-ff35-4d1d-9e06-96eb30931555" providerId="ADAL" clId="{8A9BB8DD-27EC-4939-AB58-0583C3A48AD7}" dt="2026-07-14T17:47:04.573" v="0" actId="478"/>
          <ac:spMkLst>
            <pc:docMk/>
            <pc:sldMk cId="3709961616" sldId="256"/>
            <ac:spMk id="2" creationId="{88A696B5-24FB-7CC8-A585-BB483A89A1CF}"/>
          </ac:spMkLst>
        </pc:spChg>
        <pc:spChg chg="add mod">
          <ac:chgData name="Mohatamim Haque" userId="b2f1e9b3-ff35-4d1d-9e06-96eb30931555" providerId="ADAL" clId="{8A9BB8DD-27EC-4939-AB58-0583C3A48AD7}" dt="2026-07-14T18:20:34.647" v="25" actId="767"/>
          <ac:spMkLst>
            <pc:docMk/>
            <pc:sldMk cId="3709961616" sldId="256"/>
            <ac:spMk id="3" creationId="{75F50202-6016-2B2D-55B8-EAC23208413A}"/>
          </ac:spMkLst>
        </pc:spChg>
        <pc:spChg chg="add mod">
          <ac:chgData name="Mohatamim Haque" userId="b2f1e9b3-ff35-4d1d-9e06-96eb30931555" providerId="ADAL" clId="{8A9BB8DD-27EC-4939-AB58-0583C3A48AD7}" dt="2026-07-14T18:53:00.772" v="302" actId="14100"/>
          <ac:spMkLst>
            <pc:docMk/>
            <pc:sldMk cId="3709961616" sldId="256"/>
            <ac:spMk id="3" creationId="{C286A5B3-D9E8-0A9B-0512-96EC604567FD}"/>
          </ac:spMkLst>
        </pc:spChg>
        <pc:spChg chg="del">
          <ac:chgData name="Mohatamim Haque" userId="b2f1e9b3-ff35-4d1d-9e06-96eb30931555" providerId="ADAL" clId="{8A9BB8DD-27EC-4939-AB58-0583C3A48AD7}" dt="2026-07-14T17:47:09.294" v="1" actId="478"/>
          <ac:spMkLst>
            <pc:docMk/>
            <pc:sldMk cId="3709961616" sldId="256"/>
            <ac:spMk id="3" creationId="{E8A74DE3-0DAB-A24B-1EF2-B1078DD23174}"/>
          </ac:spMkLst>
        </pc:spChg>
        <pc:spChg chg="add del mod">
          <ac:chgData name="Mohatamim Haque" userId="b2f1e9b3-ff35-4d1d-9e06-96eb30931555" providerId="ADAL" clId="{8A9BB8DD-27EC-4939-AB58-0583C3A48AD7}" dt="2026-07-14T18:22:00.549" v="38" actId="478"/>
          <ac:spMkLst>
            <pc:docMk/>
            <pc:sldMk cId="3709961616" sldId="256"/>
            <ac:spMk id="4" creationId="{DEE89F3F-C524-DC73-9848-13D8A34739F8}"/>
          </ac:spMkLst>
        </pc:spChg>
        <pc:spChg chg="add mod">
          <ac:chgData name="Mohatamim Haque" userId="b2f1e9b3-ff35-4d1d-9e06-96eb30931555" providerId="ADAL" clId="{8A9BB8DD-27EC-4939-AB58-0583C3A48AD7}" dt="2026-07-14T19:07:56.629" v="306" actId="255"/>
          <ac:spMkLst>
            <pc:docMk/>
            <pc:sldMk cId="3709961616" sldId="256"/>
            <ac:spMk id="6" creationId="{EDD4A01F-D8CE-BE1F-E58D-5FBB60EFEDC5}"/>
          </ac:spMkLst>
        </pc:spChg>
        <pc:spChg chg="add mod">
          <ac:chgData name="Mohatamim Haque" userId="b2f1e9b3-ff35-4d1d-9e06-96eb30931555" providerId="ADAL" clId="{8A9BB8DD-27EC-4939-AB58-0583C3A48AD7}" dt="2026-07-14T19:08:02.327" v="307" actId="255"/>
          <ac:spMkLst>
            <pc:docMk/>
            <pc:sldMk cId="3709961616" sldId="256"/>
            <ac:spMk id="7" creationId="{D1FBB8B3-A860-1EB3-A431-370102F81463}"/>
          </ac:spMkLst>
        </pc:spChg>
        <pc:spChg chg="add mod">
          <ac:chgData name="Mohatamim Haque" userId="b2f1e9b3-ff35-4d1d-9e06-96eb30931555" providerId="ADAL" clId="{8A9BB8DD-27EC-4939-AB58-0583C3A48AD7}" dt="2026-07-14T19:08:12.199" v="308" actId="255"/>
          <ac:spMkLst>
            <pc:docMk/>
            <pc:sldMk cId="3709961616" sldId="256"/>
            <ac:spMk id="8" creationId="{7AAD50DD-8929-849A-5F4E-71A54389013E}"/>
          </ac:spMkLst>
        </pc:spChg>
        <pc:spChg chg="add mod">
          <ac:chgData name="Mohatamim Haque" userId="b2f1e9b3-ff35-4d1d-9e06-96eb30931555" providerId="ADAL" clId="{8A9BB8DD-27EC-4939-AB58-0583C3A48AD7}" dt="2026-07-14T19:08:27.092" v="313" actId="255"/>
          <ac:spMkLst>
            <pc:docMk/>
            <pc:sldMk cId="3709961616" sldId="256"/>
            <ac:spMk id="9" creationId="{4EDCB1BA-73B0-818A-0BFE-F3190BEEED62}"/>
          </ac:spMkLst>
        </pc:spChg>
        <pc:spChg chg="add mod">
          <ac:chgData name="Mohatamim Haque" userId="b2f1e9b3-ff35-4d1d-9e06-96eb30931555" providerId="ADAL" clId="{8A9BB8DD-27EC-4939-AB58-0583C3A48AD7}" dt="2026-07-14T19:08:38.018" v="314" actId="255"/>
          <ac:spMkLst>
            <pc:docMk/>
            <pc:sldMk cId="3709961616" sldId="256"/>
            <ac:spMk id="10" creationId="{4AF1967B-C549-9802-0D06-DE011B5D3F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576" y="3645601"/>
            <a:ext cx="13391198" cy="7755279"/>
          </a:xfrm>
        </p:spPr>
        <p:txBody>
          <a:bodyPr anchor="b"/>
          <a:lstStyle>
            <a:lvl1pPr algn="ctr">
              <a:defRPr sz="103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9294" y="11699953"/>
            <a:ext cx="11815763" cy="5378160"/>
          </a:xfrm>
        </p:spPr>
        <p:txBody>
          <a:bodyPr/>
          <a:lstStyle>
            <a:lvl1pPr marL="0" indent="0" algn="ctr">
              <a:buNone/>
              <a:defRPr sz="4135"/>
            </a:lvl1pPr>
            <a:lvl2pPr marL="787710" indent="0" algn="ctr">
              <a:buNone/>
              <a:defRPr sz="3446"/>
            </a:lvl2pPr>
            <a:lvl3pPr marL="1575420" indent="0" algn="ctr">
              <a:buNone/>
              <a:defRPr sz="3101"/>
            </a:lvl3pPr>
            <a:lvl4pPr marL="2363130" indent="0" algn="ctr">
              <a:buNone/>
              <a:defRPr sz="2757"/>
            </a:lvl4pPr>
            <a:lvl5pPr marL="3150840" indent="0" algn="ctr">
              <a:buNone/>
              <a:defRPr sz="2757"/>
            </a:lvl5pPr>
            <a:lvl6pPr marL="3938549" indent="0" algn="ctr">
              <a:buNone/>
              <a:defRPr sz="2757"/>
            </a:lvl6pPr>
            <a:lvl7pPr marL="4726259" indent="0" algn="ctr">
              <a:buNone/>
              <a:defRPr sz="2757"/>
            </a:lvl7pPr>
            <a:lvl8pPr marL="5513969" indent="0" algn="ctr">
              <a:buNone/>
              <a:defRPr sz="2757"/>
            </a:lvl8pPr>
            <a:lvl9pPr marL="6301679" indent="0" algn="ctr">
              <a:buNone/>
              <a:defRPr sz="27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6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6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907" y="5553487"/>
            <a:ext cx="13588127" cy="9266112"/>
          </a:xfrm>
        </p:spPr>
        <p:txBody>
          <a:bodyPr anchor="b"/>
          <a:lstStyle>
            <a:lvl1pPr>
              <a:defRPr sz="103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4907" y="14907260"/>
            <a:ext cx="13588127" cy="4872830"/>
          </a:xfrm>
        </p:spPr>
        <p:txBody>
          <a:bodyPr/>
          <a:lstStyle>
            <a:lvl1pPr marL="0" indent="0">
              <a:buNone/>
              <a:defRPr sz="4135">
                <a:solidFill>
                  <a:schemeClr val="tx1">
                    <a:tint val="82000"/>
                  </a:schemeClr>
                </a:solidFill>
              </a:defRPr>
            </a:lvl1pPr>
            <a:lvl2pPr marL="787710" indent="0">
              <a:buNone/>
              <a:defRPr sz="3446">
                <a:solidFill>
                  <a:schemeClr val="tx1">
                    <a:tint val="82000"/>
                  </a:schemeClr>
                </a:solidFill>
              </a:defRPr>
            </a:lvl2pPr>
            <a:lvl3pPr marL="1575420" indent="0">
              <a:buNone/>
              <a:defRPr sz="3101">
                <a:solidFill>
                  <a:schemeClr val="tx1">
                    <a:tint val="82000"/>
                  </a:schemeClr>
                </a:solidFill>
              </a:defRPr>
            </a:lvl3pPr>
            <a:lvl4pPr marL="2363130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4pPr>
            <a:lvl5pPr marL="3150840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5pPr>
            <a:lvl6pPr marL="3938549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6pPr>
            <a:lvl7pPr marL="4726259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7pPr>
            <a:lvl8pPr marL="5513969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8pPr>
            <a:lvl9pPr marL="6301679" indent="0">
              <a:buNone/>
              <a:defRPr sz="27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9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3111" y="5929901"/>
            <a:ext cx="6695599" cy="14133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75640" y="5929901"/>
            <a:ext cx="6695599" cy="14133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163" y="1185985"/>
            <a:ext cx="13588127" cy="43056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166" y="5460667"/>
            <a:ext cx="6664827" cy="2676188"/>
          </a:xfrm>
        </p:spPr>
        <p:txBody>
          <a:bodyPr anchor="b"/>
          <a:lstStyle>
            <a:lvl1pPr marL="0" indent="0">
              <a:buNone/>
              <a:defRPr sz="4135" b="1"/>
            </a:lvl1pPr>
            <a:lvl2pPr marL="787710" indent="0">
              <a:buNone/>
              <a:defRPr sz="3446" b="1"/>
            </a:lvl2pPr>
            <a:lvl3pPr marL="1575420" indent="0">
              <a:buNone/>
              <a:defRPr sz="3101" b="1"/>
            </a:lvl3pPr>
            <a:lvl4pPr marL="2363130" indent="0">
              <a:buNone/>
              <a:defRPr sz="2757" b="1"/>
            </a:lvl4pPr>
            <a:lvl5pPr marL="3150840" indent="0">
              <a:buNone/>
              <a:defRPr sz="2757" b="1"/>
            </a:lvl5pPr>
            <a:lvl6pPr marL="3938549" indent="0">
              <a:buNone/>
              <a:defRPr sz="2757" b="1"/>
            </a:lvl6pPr>
            <a:lvl7pPr marL="4726259" indent="0">
              <a:buNone/>
              <a:defRPr sz="2757" b="1"/>
            </a:lvl7pPr>
            <a:lvl8pPr marL="5513969" indent="0">
              <a:buNone/>
              <a:defRPr sz="2757" b="1"/>
            </a:lvl8pPr>
            <a:lvl9pPr marL="6301679" indent="0">
              <a:buNone/>
              <a:defRPr sz="2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166" y="8136855"/>
            <a:ext cx="6664827" cy="1196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75640" y="5460667"/>
            <a:ext cx="6697651" cy="2676188"/>
          </a:xfrm>
        </p:spPr>
        <p:txBody>
          <a:bodyPr anchor="b"/>
          <a:lstStyle>
            <a:lvl1pPr marL="0" indent="0">
              <a:buNone/>
              <a:defRPr sz="4135" b="1"/>
            </a:lvl1pPr>
            <a:lvl2pPr marL="787710" indent="0">
              <a:buNone/>
              <a:defRPr sz="3446" b="1"/>
            </a:lvl2pPr>
            <a:lvl3pPr marL="1575420" indent="0">
              <a:buNone/>
              <a:defRPr sz="3101" b="1"/>
            </a:lvl3pPr>
            <a:lvl4pPr marL="2363130" indent="0">
              <a:buNone/>
              <a:defRPr sz="2757" b="1"/>
            </a:lvl4pPr>
            <a:lvl5pPr marL="3150840" indent="0">
              <a:buNone/>
              <a:defRPr sz="2757" b="1"/>
            </a:lvl5pPr>
            <a:lvl6pPr marL="3938549" indent="0">
              <a:buNone/>
              <a:defRPr sz="2757" b="1"/>
            </a:lvl6pPr>
            <a:lvl7pPr marL="4726259" indent="0">
              <a:buNone/>
              <a:defRPr sz="2757" b="1"/>
            </a:lvl7pPr>
            <a:lvl8pPr marL="5513969" indent="0">
              <a:buNone/>
              <a:defRPr sz="2757" b="1"/>
            </a:lvl8pPr>
            <a:lvl9pPr marL="6301679" indent="0">
              <a:buNone/>
              <a:defRPr sz="2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75640" y="8136855"/>
            <a:ext cx="6697651" cy="1196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70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164" y="1485053"/>
            <a:ext cx="5081188" cy="5197687"/>
          </a:xfrm>
        </p:spPr>
        <p:txBody>
          <a:bodyPr anchor="b"/>
          <a:lstStyle>
            <a:lvl1pPr>
              <a:defRPr sz="55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651" y="3207308"/>
            <a:ext cx="7975640" cy="15830256"/>
          </a:xfrm>
        </p:spPr>
        <p:txBody>
          <a:bodyPr/>
          <a:lstStyle>
            <a:lvl1pPr>
              <a:defRPr sz="5513"/>
            </a:lvl1pPr>
            <a:lvl2pPr>
              <a:defRPr sz="4824"/>
            </a:lvl2pPr>
            <a:lvl3pPr>
              <a:defRPr sz="4135"/>
            </a:lvl3pPr>
            <a:lvl4pPr>
              <a:defRPr sz="3446"/>
            </a:lvl4pPr>
            <a:lvl5pPr>
              <a:defRPr sz="3446"/>
            </a:lvl5pPr>
            <a:lvl6pPr>
              <a:defRPr sz="3446"/>
            </a:lvl6pPr>
            <a:lvl7pPr>
              <a:defRPr sz="3446"/>
            </a:lvl7pPr>
            <a:lvl8pPr>
              <a:defRPr sz="3446"/>
            </a:lvl8pPr>
            <a:lvl9pPr>
              <a:defRPr sz="34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164" y="6682740"/>
            <a:ext cx="5081188" cy="12380603"/>
          </a:xfrm>
        </p:spPr>
        <p:txBody>
          <a:bodyPr/>
          <a:lstStyle>
            <a:lvl1pPr marL="0" indent="0">
              <a:buNone/>
              <a:defRPr sz="2757"/>
            </a:lvl1pPr>
            <a:lvl2pPr marL="787710" indent="0">
              <a:buNone/>
              <a:defRPr sz="2412"/>
            </a:lvl2pPr>
            <a:lvl3pPr marL="1575420" indent="0">
              <a:buNone/>
              <a:defRPr sz="2067"/>
            </a:lvl3pPr>
            <a:lvl4pPr marL="2363130" indent="0">
              <a:buNone/>
              <a:defRPr sz="1723"/>
            </a:lvl4pPr>
            <a:lvl5pPr marL="3150840" indent="0">
              <a:buNone/>
              <a:defRPr sz="1723"/>
            </a:lvl5pPr>
            <a:lvl6pPr marL="3938549" indent="0">
              <a:buNone/>
              <a:defRPr sz="1723"/>
            </a:lvl6pPr>
            <a:lvl7pPr marL="4726259" indent="0">
              <a:buNone/>
              <a:defRPr sz="1723"/>
            </a:lvl7pPr>
            <a:lvl8pPr marL="5513969" indent="0">
              <a:buNone/>
              <a:defRPr sz="1723"/>
            </a:lvl8pPr>
            <a:lvl9pPr marL="6301679" indent="0">
              <a:buNone/>
              <a:defRPr sz="17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4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164" y="1485053"/>
            <a:ext cx="5081188" cy="5197687"/>
          </a:xfrm>
        </p:spPr>
        <p:txBody>
          <a:bodyPr anchor="b"/>
          <a:lstStyle>
            <a:lvl1pPr>
              <a:defRPr sz="55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97651" y="3207308"/>
            <a:ext cx="7975640" cy="15830256"/>
          </a:xfrm>
        </p:spPr>
        <p:txBody>
          <a:bodyPr anchor="t"/>
          <a:lstStyle>
            <a:lvl1pPr marL="0" indent="0">
              <a:buNone/>
              <a:defRPr sz="5513"/>
            </a:lvl1pPr>
            <a:lvl2pPr marL="787710" indent="0">
              <a:buNone/>
              <a:defRPr sz="4824"/>
            </a:lvl2pPr>
            <a:lvl3pPr marL="1575420" indent="0">
              <a:buNone/>
              <a:defRPr sz="4135"/>
            </a:lvl3pPr>
            <a:lvl4pPr marL="2363130" indent="0">
              <a:buNone/>
              <a:defRPr sz="3446"/>
            </a:lvl4pPr>
            <a:lvl5pPr marL="3150840" indent="0">
              <a:buNone/>
              <a:defRPr sz="3446"/>
            </a:lvl5pPr>
            <a:lvl6pPr marL="3938549" indent="0">
              <a:buNone/>
              <a:defRPr sz="3446"/>
            </a:lvl6pPr>
            <a:lvl7pPr marL="4726259" indent="0">
              <a:buNone/>
              <a:defRPr sz="3446"/>
            </a:lvl7pPr>
            <a:lvl8pPr marL="5513969" indent="0">
              <a:buNone/>
              <a:defRPr sz="3446"/>
            </a:lvl8pPr>
            <a:lvl9pPr marL="6301679" indent="0">
              <a:buNone/>
              <a:defRPr sz="344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164" y="6682740"/>
            <a:ext cx="5081188" cy="12380603"/>
          </a:xfrm>
        </p:spPr>
        <p:txBody>
          <a:bodyPr/>
          <a:lstStyle>
            <a:lvl1pPr marL="0" indent="0">
              <a:buNone/>
              <a:defRPr sz="2757"/>
            </a:lvl1pPr>
            <a:lvl2pPr marL="787710" indent="0">
              <a:buNone/>
              <a:defRPr sz="2412"/>
            </a:lvl2pPr>
            <a:lvl3pPr marL="1575420" indent="0">
              <a:buNone/>
              <a:defRPr sz="2067"/>
            </a:lvl3pPr>
            <a:lvl4pPr marL="2363130" indent="0">
              <a:buNone/>
              <a:defRPr sz="1723"/>
            </a:lvl4pPr>
            <a:lvl5pPr marL="3150840" indent="0">
              <a:buNone/>
              <a:defRPr sz="1723"/>
            </a:lvl5pPr>
            <a:lvl6pPr marL="3938549" indent="0">
              <a:buNone/>
              <a:defRPr sz="1723"/>
            </a:lvl6pPr>
            <a:lvl7pPr marL="4726259" indent="0">
              <a:buNone/>
              <a:defRPr sz="1723"/>
            </a:lvl7pPr>
            <a:lvl8pPr marL="5513969" indent="0">
              <a:buNone/>
              <a:defRPr sz="1723"/>
            </a:lvl8pPr>
            <a:lvl9pPr marL="6301679" indent="0">
              <a:buNone/>
              <a:defRPr sz="17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0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74207" y="1185980"/>
            <a:ext cx="3397032" cy="188777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112" y="1185980"/>
            <a:ext cx="9994166" cy="188777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3112" y="1185985"/>
            <a:ext cx="13588127" cy="430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112" y="5929901"/>
            <a:ext cx="13588127" cy="14133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3111" y="20646371"/>
            <a:ext cx="3544729" cy="11859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22009-FD7C-4B46-BA62-B4F1E9A90D7C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18629" y="20646371"/>
            <a:ext cx="5317093" cy="11859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26510" y="20646371"/>
            <a:ext cx="3544729" cy="11859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A65BA-58F5-44DF-A0C5-2A612543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9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75420" rtl="0" eaLnBrk="1" latinLnBrk="0" hangingPunct="1">
        <a:lnSpc>
          <a:spcPct val="90000"/>
        </a:lnSpc>
        <a:spcBef>
          <a:spcPct val="0"/>
        </a:spcBef>
        <a:buNone/>
        <a:defRPr sz="75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3855" indent="-393855" algn="l" defTabSz="1575420" rtl="0" eaLnBrk="1" latinLnBrk="0" hangingPunct="1">
        <a:lnSpc>
          <a:spcPct val="90000"/>
        </a:lnSpc>
        <a:spcBef>
          <a:spcPts val="1723"/>
        </a:spcBef>
        <a:buFont typeface="Arial" panose="020B0604020202020204" pitchFamily="34" charset="0"/>
        <a:buChar char="•"/>
        <a:defRPr sz="4824" kern="1200">
          <a:solidFill>
            <a:schemeClr val="tx1"/>
          </a:solidFill>
          <a:latin typeface="+mn-lt"/>
          <a:ea typeface="+mn-ea"/>
          <a:cs typeface="+mn-cs"/>
        </a:defRPr>
      </a:lvl1pPr>
      <a:lvl2pPr marL="1181565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4135" kern="1200">
          <a:solidFill>
            <a:schemeClr val="tx1"/>
          </a:solidFill>
          <a:latin typeface="+mn-lt"/>
          <a:ea typeface="+mn-ea"/>
          <a:cs typeface="+mn-cs"/>
        </a:defRPr>
      </a:lvl2pPr>
      <a:lvl3pPr marL="1969275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446" kern="1200">
          <a:solidFill>
            <a:schemeClr val="tx1"/>
          </a:solidFill>
          <a:latin typeface="+mn-lt"/>
          <a:ea typeface="+mn-ea"/>
          <a:cs typeface="+mn-cs"/>
        </a:defRPr>
      </a:lvl3pPr>
      <a:lvl4pPr marL="2756985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101" kern="1200">
          <a:solidFill>
            <a:schemeClr val="tx1"/>
          </a:solidFill>
          <a:latin typeface="+mn-lt"/>
          <a:ea typeface="+mn-ea"/>
          <a:cs typeface="+mn-cs"/>
        </a:defRPr>
      </a:lvl4pPr>
      <a:lvl5pPr marL="3544694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101" kern="1200">
          <a:solidFill>
            <a:schemeClr val="tx1"/>
          </a:solidFill>
          <a:latin typeface="+mn-lt"/>
          <a:ea typeface="+mn-ea"/>
          <a:cs typeface="+mn-cs"/>
        </a:defRPr>
      </a:lvl5pPr>
      <a:lvl6pPr marL="4332404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101" kern="1200">
          <a:solidFill>
            <a:schemeClr val="tx1"/>
          </a:solidFill>
          <a:latin typeface="+mn-lt"/>
          <a:ea typeface="+mn-ea"/>
          <a:cs typeface="+mn-cs"/>
        </a:defRPr>
      </a:lvl6pPr>
      <a:lvl7pPr marL="5120114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101" kern="1200">
          <a:solidFill>
            <a:schemeClr val="tx1"/>
          </a:solidFill>
          <a:latin typeface="+mn-lt"/>
          <a:ea typeface="+mn-ea"/>
          <a:cs typeface="+mn-cs"/>
        </a:defRPr>
      </a:lvl7pPr>
      <a:lvl8pPr marL="5907824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101" kern="1200">
          <a:solidFill>
            <a:schemeClr val="tx1"/>
          </a:solidFill>
          <a:latin typeface="+mn-lt"/>
          <a:ea typeface="+mn-ea"/>
          <a:cs typeface="+mn-cs"/>
        </a:defRPr>
      </a:lvl8pPr>
      <a:lvl9pPr marL="6695534" indent="-393855" algn="l" defTabSz="1575420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31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1pPr>
      <a:lvl2pPr marL="787710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2pPr>
      <a:lvl3pPr marL="1575420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3pPr>
      <a:lvl4pPr marL="2363130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4pPr>
      <a:lvl5pPr marL="3150840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5pPr>
      <a:lvl6pPr marL="3938549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6pPr>
      <a:lvl7pPr marL="4726259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7pPr>
      <a:lvl8pPr marL="5513969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8pPr>
      <a:lvl9pPr marL="6301679" algn="l" defTabSz="1575420" rtl="0" eaLnBrk="1" latinLnBrk="0" hangingPunct="1">
        <a:defRPr sz="31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0EFF7-9002-3D0C-B901-748F48204EF2}"/>
              </a:ext>
            </a:extLst>
          </p:cNvPr>
          <p:cNvSpPr txBox="1"/>
          <p:nvPr/>
        </p:nvSpPr>
        <p:spPr>
          <a:xfrm>
            <a:off x="1016000" y="4152901"/>
            <a:ext cx="726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{{Name}}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4A01F-D8CE-BE1F-E58D-5FBB60EFEDC5}"/>
              </a:ext>
            </a:extLst>
          </p:cNvPr>
          <p:cNvSpPr txBox="1"/>
          <p:nvPr/>
        </p:nvSpPr>
        <p:spPr>
          <a:xfrm>
            <a:off x="1016000" y="5346701"/>
            <a:ext cx="726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{{Institution}}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BB8B3-A860-1EB3-A431-370102F81463}"/>
              </a:ext>
            </a:extLst>
          </p:cNvPr>
          <p:cNvSpPr txBox="1"/>
          <p:nvPr/>
        </p:nvSpPr>
        <p:spPr>
          <a:xfrm>
            <a:off x="1016000" y="6548968"/>
            <a:ext cx="580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{{</a:t>
            </a:r>
            <a:r>
              <a:rPr lang="en-US" sz="2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Phone_Number</a:t>
            </a: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D50DD-8929-849A-5F4E-71A54389013E}"/>
              </a:ext>
            </a:extLst>
          </p:cNvPr>
          <p:cNvSpPr txBox="1"/>
          <p:nvPr/>
        </p:nvSpPr>
        <p:spPr>
          <a:xfrm>
            <a:off x="1016000" y="7810504"/>
            <a:ext cx="580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{{</a:t>
            </a:r>
            <a:r>
              <a:rPr lang="en-US" sz="2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Participation_Level</a:t>
            </a: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DCB1BA-73B0-818A-0BFE-F3190BEEED62}"/>
              </a:ext>
            </a:extLst>
          </p:cNvPr>
          <p:cNvSpPr txBox="1"/>
          <p:nvPr/>
        </p:nvSpPr>
        <p:spPr>
          <a:xfrm>
            <a:off x="1016000" y="8987370"/>
            <a:ext cx="580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{{</a:t>
            </a:r>
            <a:r>
              <a:rPr lang="en-US" sz="2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Select_Event</a:t>
            </a: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1967B-C549-9802-0D06-DE011B5D3F83}"/>
              </a:ext>
            </a:extLst>
          </p:cNvPr>
          <p:cNvSpPr txBox="1"/>
          <p:nvPr/>
        </p:nvSpPr>
        <p:spPr>
          <a:xfrm>
            <a:off x="1016000" y="10240439"/>
            <a:ext cx="580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{{Serial}}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6A5B3-D9E8-0A9B-0512-96EC604567FD}"/>
              </a:ext>
            </a:extLst>
          </p:cNvPr>
          <p:cNvSpPr txBox="1"/>
          <p:nvPr/>
        </p:nvSpPr>
        <p:spPr>
          <a:xfrm>
            <a:off x="10922000" y="8618037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{{</a:t>
            </a:r>
            <a:r>
              <a:rPr lang="en-US" dirty="0" err="1"/>
              <a:t>qr</a:t>
            </a:r>
            <a:r>
              <a:rPr lang="en-US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70996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Poppins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1</cp:revision>
  <dcterms:created xsi:type="dcterms:W3CDTF">2026-07-14T17:46:45Z</dcterms:created>
  <dcterms:modified xsi:type="dcterms:W3CDTF">2026-07-14T19:08:46Z</dcterms:modified>
</cp:coreProperties>
</file>