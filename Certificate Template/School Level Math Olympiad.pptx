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27279600" cy="194468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28" d="100"/>
          <a:sy n="28" d="100"/>
        </p:scale>
        <p:origin x="76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45970" y="3182626"/>
            <a:ext cx="23187660" cy="6770394"/>
          </a:xfrm>
        </p:spPr>
        <p:txBody>
          <a:bodyPr anchor="b"/>
          <a:lstStyle>
            <a:lvl1pPr algn="ctr">
              <a:defRPr sz="1701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09950" y="10214113"/>
            <a:ext cx="20459700" cy="4695158"/>
          </a:xfrm>
        </p:spPr>
        <p:txBody>
          <a:bodyPr/>
          <a:lstStyle>
            <a:lvl1pPr marL="0" indent="0" algn="ctr">
              <a:buNone/>
              <a:defRPr sz="6805"/>
            </a:lvl1pPr>
            <a:lvl2pPr marL="1296436" indent="0" algn="ctr">
              <a:buNone/>
              <a:defRPr sz="5671"/>
            </a:lvl2pPr>
            <a:lvl3pPr marL="2592873" indent="0" algn="ctr">
              <a:buNone/>
              <a:defRPr sz="5104"/>
            </a:lvl3pPr>
            <a:lvl4pPr marL="3889309" indent="0" algn="ctr">
              <a:buNone/>
              <a:defRPr sz="4537"/>
            </a:lvl4pPr>
            <a:lvl5pPr marL="5185745" indent="0" algn="ctr">
              <a:buNone/>
              <a:defRPr sz="4537"/>
            </a:lvl5pPr>
            <a:lvl6pPr marL="6482182" indent="0" algn="ctr">
              <a:buNone/>
              <a:defRPr sz="4537"/>
            </a:lvl6pPr>
            <a:lvl7pPr marL="7778618" indent="0" algn="ctr">
              <a:buNone/>
              <a:defRPr sz="4537"/>
            </a:lvl7pPr>
            <a:lvl8pPr marL="9075054" indent="0" algn="ctr">
              <a:buNone/>
              <a:defRPr sz="4537"/>
            </a:lvl8pPr>
            <a:lvl9pPr marL="10371491" indent="0" algn="ctr">
              <a:buNone/>
              <a:defRPr sz="453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536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205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1266" y="4848220"/>
            <a:ext cx="23528655" cy="8089358"/>
          </a:xfrm>
        </p:spPr>
        <p:txBody>
          <a:bodyPr anchor="b"/>
          <a:lstStyle>
            <a:lvl1pPr>
              <a:defRPr sz="1701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61266" y="13014107"/>
            <a:ext cx="23528655" cy="4254002"/>
          </a:xfrm>
        </p:spPr>
        <p:txBody>
          <a:bodyPr/>
          <a:lstStyle>
            <a:lvl1pPr marL="0" indent="0">
              <a:buNone/>
              <a:defRPr sz="6805">
                <a:solidFill>
                  <a:schemeClr val="tx1">
                    <a:tint val="82000"/>
                  </a:schemeClr>
                </a:solidFill>
              </a:defRPr>
            </a:lvl1pPr>
            <a:lvl2pPr marL="1296436" indent="0">
              <a:buNone/>
              <a:defRPr sz="5671">
                <a:solidFill>
                  <a:schemeClr val="tx1">
                    <a:tint val="82000"/>
                  </a:schemeClr>
                </a:solidFill>
              </a:defRPr>
            </a:lvl2pPr>
            <a:lvl3pPr marL="2592873" indent="0">
              <a:buNone/>
              <a:defRPr sz="5104">
                <a:solidFill>
                  <a:schemeClr val="tx1">
                    <a:tint val="82000"/>
                  </a:schemeClr>
                </a:solidFill>
              </a:defRPr>
            </a:lvl3pPr>
            <a:lvl4pPr marL="3889309" indent="0">
              <a:buNone/>
              <a:defRPr sz="4537">
                <a:solidFill>
                  <a:schemeClr val="tx1">
                    <a:tint val="82000"/>
                  </a:schemeClr>
                </a:solidFill>
              </a:defRPr>
            </a:lvl4pPr>
            <a:lvl5pPr marL="5185745" indent="0">
              <a:buNone/>
              <a:defRPr sz="4537">
                <a:solidFill>
                  <a:schemeClr val="tx1">
                    <a:tint val="82000"/>
                  </a:schemeClr>
                </a:solidFill>
              </a:defRPr>
            </a:lvl5pPr>
            <a:lvl6pPr marL="6482182" indent="0">
              <a:buNone/>
              <a:defRPr sz="4537">
                <a:solidFill>
                  <a:schemeClr val="tx1">
                    <a:tint val="82000"/>
                  </a:schemeClr>
                </a:solidFill>
              </a:defRPr>
            </a:lvl6pPr>
            <a:lvl7pPr marL="7778618" indent="0">
              <a:buNone/>
              <a:defRPr sz="4537">
                <a:solidFill>
                  <a:schemeClr val="tx1">
                    <a:tint val="82000"/>
                  </a:schemeClr>
                </a:solidFill>
              </a:defRPr>
            </a:lvl7pPr>
            <a:lvl8pPr marL="9075054" indent="0">
              <a:buNone/>
              <a:defRPr sz="4537">
                <a:solidFill>
                  <a:schemeClr val="tx1">
                    <a:tint val="82000"/>
                  </a:schemeClr>
                </a:solidFill>
              </a:defRPr>
            </a:lvl8pPr>
            <a:lvl9pPr marL="10371491" indent="0">
              <a:buNone/>
              <a:defRPr sz="453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927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75473" y="5176830"/>
            <a:ext cx="11593830" cy="12338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10298" y="5176830"/>
            <a:ext cx="11593830" cy="12338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358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9026" y="1035370"/>
            <a:ext cx="23528655" cy="37588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9028" y="4767187"/>
            <a:ext cx="11540548" cy="2336325"/>
          </a:xfrm>
        </p:spPr>
        <p:txBody>
          <a:bodyPr anchor="b"/>
          <a:lstStyle>
            <a:lvl1pPr marL="0" indent="0">
              <a:buNone/>
              <a:defRPr sz="6805" b="1"/>
            </a:lvl1pPr>
            <a:lvl2pPr marL="1296436" indent="0">
              <a:buNone/>
              <a:defRPr sz="5671" b="1"/>
            </a:lvl2pPr>
            <a:lvl3pPr marL="2592873" indent="0">
              <a:buNone/>
              <a:defRPr sz="5104" b="1"/>
            </a:lvl3pPr>
            <a:lvl4pPr marL="3889309" indent="0">
              <a:buNone/>
              <a:defRPr sz="4537" b="1"/>
            </a:lvl4pPr>
            <a:lvl5pPr marL="5185745" indent="0">
              <a:buNone/>
              <a:defRPr sz="4537" b="1"/>
            </a:lvl5pPr>
            <a:lvl6pPr marL="6482182" indent="0">
              <a:buNone/>
              <a:defRPr sz="4537" b="1"/>
            </a:lvl6pPr>
            <a:lvl7pPr marL="7778618" indent="0">
              <a:buNone/>
              <a:defRPr sz="4537" b="1"/>
            </a:lvl7pPr>
            <a:lvl8pPr marL="9075054" indent="0">
              <a:buNone/>
              <a:defRPr sz="4537" b="1"/>
            </a:lvl8pPr>
            <a:lvl9pPr marL="10371491" indent="0">
              <a:buNone/>
              <a:defRPr sz="453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79028" y="7103511"/>
            <a:ext cx="11540548" cy="104481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810299" y="4767187"/>
            <a:ext cx="11597383" cy="2336325"/>
          </a:xfrm>
        </p:spPr>
        <p:txBody>
          <a:bodyPr anchor="b"/>
          <a:lstStyle>
            <a:lvl1pPr marL="0" indent="0">
              <a:buNone/>
              <a:defRPr sz="6805" b="1"/>
            </a:lvl1pPr>
            <a:lvl2pPr marL="1296436" indent="0">
              <a:buNone/>
              <a:defRPr sz="5671" b="1"/>
            </a:lvl2pPr>
            <a:lvl3pPr marL="2592873" indent="0">
              <a:buNone/>
              <a:defRPr sz="5104" b="1"/>
            </a:lvl3pPr>
            <a:lvl4pPr marL="3889309" indent="0">
              <a:buNone/>
              <a:defRPr sz="4537" b="1"/>
            </a:lvl4pPr>
            <a:lvl5pPr marL="5185745" indent="0">
              <a:buNone/>
              <a:defRPr sz="4537" b="1"/>
            </a:lvl5pPr>
            <a:lvl6pPr marL="6482182" indent="0">
              <a:buNone/>
              <a:defRPr sz="4537" b="1"/>
            </a:lvl6pPr>
            <a:lvl7pPr marL="7778618" indent="0">
              <a:buNone/>
              <a:defRPr sz="4537" b="1"/>
            </a:lvl7pPr>
            <a:lvl8pPr marL="9075054" indent="0">
              <a:buNone/>
              <a:defRPr sz="4537" b="1"/>
            </a:lvl8pPr>
            <a:lvl9pPr marL="10371491" indent="0">
              <a:buNone/>
              <a:defRPr sz="453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810299" y="7103511"/>
            <a:ext cx="11597383" cy="104481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384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074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358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9026" y="1296458"/>
            <a:ext cx="8798381" cy="4537604"/>
          </a:xfrm>
        </p:spPr>
        <p:txBody>
          <a:bodyPr anchor="b"/>
          <a:lstStyle>
            <a:lvl1pPr>
              <a:defRPr sz="907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97383" y="2799994"/>
            <a:ext cx="13810298" cy="13819886"/>
          </a:xfrm>
        </p:spPr>
        <p:txBody>
          <a:bodyPr/>
          <a:lstStyle>
            <a:lvl1pPr>
              <a:defRPr sz="9074"/>
            </a:lvl1pPr>
            <a:lvl2pPr>
              <a:defRPr sz="7940"/>
            </a:lvl2pPr>
            <a:lvl3pPr>
              <a:defRPr sz="6805"/>
            </a:lvl3pPr>
            <a:lvl4pPr>
              <a:defRPr sz="5671"/>
            </a:lvl4pPr>
            <a:lvl5pPr>
              <a:defRPr sz="5671"/>
            </a:lvl5pPr>
            <a:lvl6pPr>
              <a:defRPr sz="5671"/>
            </a:lvl6pPr>
            <a:lvl7pPr>
              <a:defRPr sz="5671"/>
            </a:lvl7pPr>
            <a:lvl8pPr>
              <a:defRPr sz="5671"/>
            </a:lvl8pPr>
            <a:lvl9pPr>
              <a:defRPr sz="567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79026" y="5834063"/>
            <a:ext cx="8798381" cy="10808322"/>
          </a:xfrm>
        </p:spPr>
        <p:txBody>
          <a:bodyPr/>
          <a:lstStyle>
            <a:lvl1pPr marL="0" indent="0">
              <a:buNone/>
              <a:defRPr sz="4537"/>
            </a:lvl1pPr>
            <a:lvl2pPr marL="1296436" indent="0">
              <a:buNone/>
              <a:defRPr sz="3970"/>
            </a:lvl2pPr>
            <a:lvl3pPr marL="2592873" indent="0">
              <a:buNone/>
              <a:defRPr sz="3403"/>
            </a:lvl3pPr>
            <a:lvl4pPr marL="3889309" indent="0">
              <a:buNone/>
              <a:defRPr sz="2836"/>
            </a:lvl4pPr>
            <a:lvl5pPr marL="5185745" indent="0">
              <a:buNone/>
              <a:defRPr sz="2836"/>
            </a:lvl5pPr>
            <a:lvl6pPr marL="6482182" indent="0">
              <a:buNone/>
              <a:defRPr sz="2836"/>
            </a:lvl6pPr>
            <a:lvl7pPr marL="7778618" indent="0">
              <a:buNone/>
              <a:defRPr sz="2836"/>
            </a:lvl7pPr>
            <a:lvl8pPr marL="9075054" indent="0">
              <a:buNone/>
              <a:defRPr sz="2836"/>
            </a:lvl8pPr>
            <a:lvl9pPr marL="10371491" indent="0">
              <a:buNone/>
              <a:defRPr sz="283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765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9026" y="1296458"/>
            <a:ext cx="8798381" cy="4537604"/>
          </a:xfrm>
        </p:spPr>
        <p:txBody>
          <a:bodyPr anchor="b"/>
          <a:lstStyle>
            <a:lvl1pPr>
              <a:defRPr sz="907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97383" y="2799994"/>
            <a:ext cx="13810298" cy="13819886"/>
          </a:xfrm>
        </p:spPr>
        <p:txBody>
          <a:bodyPr anchor="t"/>
          <a:lstStyle>
            <a:lvl1pPr marL="0" indent="0">
              <a:buNone/>
              <a:defRPr sz="9074"/>
            </a:lvl1pPr>
            <a:lvl2pPr marL="1296436" indent="0">
              <a:buNone/>
              <a:defRPr sz="7940"/>
            </a:lvl2pPr>
            <a:lvl3pPr marL="2592873" indent="0">
              <a:buNone/>
              <a:defRPr sz="6805"/>
            </a:lvl3pPr>
            <a:lvl4pPr marL="3889309" indent="0">
              <a:buNone/>
              <a:defRPr sz="5671"/>
            </a:lvl4pPr>
            <a:lvl5pPr marL="5185745" indent="0">
              <a:buNone/>
              <a:defRPr sz="5671"/>
            </a:lvl5pPr>
            <a:lvl6pPr marL="6482182" indent="0">
              <a:buNone/>
              <a:defRPr sz="5671"/>
            </a:lvl6pPr>
            <a:lvl7pPr marL="7778618" indent="0">
              <a:buNone/>
              <a:defRPr sz="5671"/>
            </a:lvl7pPr>
            <a:lvl8pPr marL="9075054" indent="0">
              <a:buNone/>
              <a:defRPr sz="5671"/>
            </a:lvl8pPr>
            <a:lvl9pPr marL="10371491" indent="0">
              <a:buNone/>
              <a:defRPr sz="5671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79026" y="5834063"/>
            <a:ext cx="8798381" cy="10808322"/>
          </a:xfrm>
        </p:spPr>
        <p:txBody>
          <a:bodyPr/>
          <a:lstStyle>
            <a:lvl1pPr marL="0" indent="0">
              <a:buNone/>
              <a:defRPr sz="4537"/>
            </a:lvl1pPr>
            <a:lvl2pPr marL="1296436" indent="0">
              <a:buNone/>
              <a:defRPr sz="3970"/>
            </a:lvl2pPr>
            <a:lvl3pPr marL="2592873" indent="0">
              <a:buNone/>
              <a:defRPr sz="3403"/>
            </a:lvl3pPr>
            <a:lvl4pPr marL="3889309" indent="0">
              <a:buNone/>
              <a:defRPr sz="2836"/>
            </a:lvl4pPr>
            <a:lvl5pPr marL="5185745" indent="0">
              <a:buNone/>
              <a:defRPr sz="2836"/>
            </a:lvl5pPr>
            <a:lvl6pPr marL="6482182" indent="0">
              <a:buNone/>
              <a:defRPr sz="2836"/>
            </a:lvl6pPr>
            <a:lvl7pPr marL="7778618" indent="0">
              <a:buNone/>
              <a:defRPr sz="2836"/>
            </a:lvl7pPr>
            <a:lvl8pPr marL="9075054" indent="0">
              <a:buNone/>
              <a:defRPr sz="2836"/>
            </a:lvl8pPr>
            <a:lvl9pPr marL="10371491" indent="0">
              <a:buNone/>
              <a:defRPr sz="283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299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126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521965" y="1035366"/>
            <a:ext cx="5882164" cy="164803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75474" y="1035366"/>
            <a:ext cx="17305496" cy="164803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58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75473" y="1035370"/>
            <a:ext cx="23528655" cy="37588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5473" y="5176830"/>
            <a:ext cx="23528655" cy="12338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75473" y="18024376"/>
            <a:ext cx="6137910" cy="10353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4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036368" y="18024376"/>
            <a:ext cx="9206865" cy="10353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4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266218" y="18024376"/>
            <a:ext cx="6137910" cy="10353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4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949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592873" rtl="0" eaLnBrk="1" latinLnBrk="0" hangingPunct="1">
        <a:lnSpc>
          <a:spcPct val="90000"/>
        </a:lnSpc>
        <a:spcBef>
          <a:spcPct val="0"/>
        </a:spcBef>
        <a:buNone/>
        <a:defRPr sz="1247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48218" indent="-648218" algn="l" defTabSz="2592873" rtl="0" eaLnBrk="1" latinLnBrk="0" hangingPunct="1">
        <a:lnSpc>
          <a:spcPct val="90000"/>
        </a:lnSpc>
        <a:spcBef>
          <a:spcPts val="2836"/>
        </a:spcBef>
        <a:buFont typeface="Arial" panose="020B0604020202020204" pitchFamily="34" charset="0"/>
        <a:buChar char="•"/>
        <a:defRPr sz="7940" kern="1200">
          <a:solidFill>
            <a:schemeClr val="tx1"/>
          </a:solidFill>
          <a:latin typeface="+mn-lt"/>
          <a:ea typeface="+mn-ea"/>
          <a:cs typeface="+mn-cs"/>
        </a:defRPr>
      </a:lvl1pPr>
      <a:lvl2pPr marL="1944654" indent="-648218" algn="l" defTabSz="2592873" rtl="0" eaLnBrk="1" latinLnBrk="0" hangingPunct="1">
        <a:lnSpc>
          <a:spcPct val="90000"/>
        </a:lnSpc>
        <a:spcBef>
          <a:spcPts val="1418"/>
        </a:spcBef>
        <a:buFont typeface="Arial" panose="020B0604020202020204" pitchFamily="34" charset="0"/>
        <a:buChar char="•"/>
        <a:defRPr sz="6805" kern="1200">
          <a:solidFill>
            <a:schemeClr val="tx1"/>
          </a:solidFill>
          <a:latin typeface="+mn-lt"/>
          <a:ea typeface="+mn-ea"/>
          <a:cs typeface="+mn-cs"/>
        </a:defRPr>
      </a:lvl2pPr>
      <a:lvl3pPr marL="3241091" indent="-648218" algn="l" defTabSz="2592873" rtl="0" eaLnBrk="1" latinLnBrk="0" hangingPunct="1">
        <a:lnSpc>
          <a:spcPct val="90000"/>
        </a:lnSpc>
        <a:spcBef>
          <a:spcPts val="1418"/>
        </a:spcBef>
        <a:buFont typeface="Arial" panose="020B0604020202020204" pitchFamily="34" charset="0"/>
        <a:buChar char="•"/>
        <a:defRPr sz="5671" kern="1200">
          <a:solidFill>
            <a:schemeClr val="tx1"/>
          </a:solidFill>
          <a:latin typeface="+mn-lt"/>
          <a:ea typeface="+mn-ea"/>
          <a:cs typeface="+mn-cs"/>
        </a:defRPr>
      </a:lvl3pPr>
      <a:lvl4pPr marL="4537527" indent="-648218" algn="l" defTabSz="2592873" rtl="0" eaLnBrk="1" latinLnBrk="0" hangingPunct="1">
        <a:lnSpc>
          <a:spcPct val="90000"/>
        </a:lnSpc>
        <a:spcBef>
          <a:spcPts val="1418"/>
        </a:spcBef>
        <a:buFont typeface="Arial" panose="020B0604020202020204" pitchFamily="34" charset="0"/>
        <a:buChar char="•"/>
        <a:defRPr sz="5104" kern="1200">
          <a:solidFill>
            <a:schemeClr val="tx1"/>
          </a:solidFill>
          <a:latin typeface="+mn-lt"/>
          <a:ea typeface="+mn-ea"/>
          <a:cs typeface="+mn-cs"/>
        </a:defRPr>
      </a:lvl4pPr>
      <a:lvl5pPr marL="5833963" indent="-648218" algn="l" defTabSz="2592873" rtl="0" eaLnBrk="1" latinLnBrk="0" hangingPunct="1">
        <a:lnSpc>
          <a:spcPct val="90000"/>
        </a:lnSpc>
        <a:spcBef>
          <a:spcPts val="1418"/>
        </a:spcBef>
        <a:buFont typeface="Arial" panose="020B0604020202020204" pitchFamily="34" charset="0"/>
        <a:buChar char="•"/>
        <a:defRPr sz="5104" kern="1200">
          <a:solidFill>
            <a:schemeClr val="tx1"/>
          </a:solidFill>
          <a:latin typeface="+mn-lt"/>
          <a:ea typeface="+mn-ea"/>
          <a:cs typeface="+mn-cs"/>
        </a:defRPr>
      </a:lvl5pPr>
      <a:lvl6pPr marL="7130400" indent="-648218" algn="l" defTabSz="2592873" rtl="0" eaLnBrk="1" latinLnBrk="0" hangingPunct="1">
        <a:lnSpc>
          <a:spcPct val="90000"/>
        </a:lnSpc>
        <a:spcBef>
          <a:spcPts val="1418"/>
        </a:spcBef>
        <a:buFont typeface="Arial" panose="020B0604020202020204" pitchFamily="34" charset="0"/>
        <a:buChar char="•"/>
        <a:defRPr sz="5104" kern="1200">
          <a:solidFill>
            <a:schemeClr val="tx1"/>
          </a:solidFill>
          <a:latin typeface="+mn-lt"/>
          <a:ea typeface="+mn-ea"/>
          <a:cs typeface="+mn-cs"/>
        </a:defRPr>
      </a:lvl6pPr>
      <a:lvl7pPr marL="8426836" indent="-648218" algn="l" defTabSz="2592873" rtl="0" eaLnBrk="1" latinLnBrk="0" hangingPunct="1">
        <a:lnSpc>
          <a:spcPct val="90000"/>
        </a:lnSpc>
        <a:spcBef>
          <a:spcPts val="1418"/>
        </a:spcBef>
        <a:buFont typeface="Arial" panose="020B0604020202020204" pitchFamily="34" charset="0"/>
        <a:buChar char="•"/>
        <a:defRPr sz="5104" kern="1200">
          <a:solidFill>
            <a:schemeClr val="tx1"/>
          </a:solidFill>
          <a:latin typeface="+mn-lt"/>
          <a:ea typeface="+mn-ea"/>
          <a:cs typeface="+mn-cs"/>
        </a:defRPr>
      </a:lvl7pPr>
      <a:lvl8pPr marL="9723272" indent="-648218" algn="l" defTabSz="2592873" rtl="0" eaLnBrk="1" latinLnBrk="0" hangingPunct="1">
        <a:lnSpc>
          <a:spcPct val="90000"/>
        </a:lnSpc>
        <a:spcBef>
          <a:spcPts val="1418"/>
        </a:spcBef>
        <a:buFont typeface="Arial" panose="020B0604020202020204" pitchFamily="34" charset="0"/>
        <a:buChar char="•"/>
        <a:defRPr sz="5104" kern="1200">
          <a:solidFill>
            <a:schemeClr val="tx1"/>
          </a:solidFill>
          <a:latin typeface="+mn-lt"/>
          <a:ea typeface="+mn-ea"/>
          <a:cs typeface="+mn-cs"/>
        </a:defRPr>
      </a:lvl8pPr>
      <a:lvl9pPr marL="11019709" indent="-648218" algn="l" defTabSz="2592873" rtl="0" eaLnBrk="1" latinLnBrk="0" hangingPunct="1">
        <a:lnSpc>
          <a:spcPct val="90000"/>
        </a:lnSpc>
        <a:spcBef>
          <a:spcPts val="1418"/>
        </a:spcBef>
        <a:buFont typeface="Arial" panose="020B0604020202020204" pitchFamily="34" charset="0"/>
        <a:buChar char="•"/>
        <a:defRPr sz="510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1pPr>
      <a:lvl2pPr marL="1296436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2pPr>
      <a:lvl3pPr marL="2592873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3pPr>
      <a:lvl4pPr marL="3889309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4pPr>
      <a:lvl5pPr marL="5185745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5pPr>
      <a:lvl6pPr marL="6482182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6pPr>
      <a:lvl7pPr marL="7778618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7pPr>
      <a:lvl8pPr marL="9075054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8pPr>
      <a:lvl9pPr marL="10371491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E7C89D-A7C8-84B1-FC2D-4ACE31D4B441}"/>
              </a:ext>
            </a:extLst>
          </p:cNvPr>
          <p:cNvSpPr txBox="1"/>
          <p:nvPr/>
        </p:nvSpPr>
        <p:spPr>
          <a:xfrm>
            <a:off x="1392382" y="8201890"/>
            <a:ext cx="244948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0" dirty="0">
                <a:latin typeface="Silentha" panose="02000503000000020003" pitchFamily="2" charset="0"/>
              </a:rPr>
              <a:t>{{Name}}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DABFDD-7C86-3DD8-8EF1-657E7AB1F7B3}"/>
              </a:ext>
            </a:extLst>
          </p:cNvPr>
          <p:cNvSpPr txBox="1"/>
          <p:nvPr/>
        </p:nvSpPr>
        <p:spPr>
          <a:xfrm>
            <a:off x="21031200" y="18787871"/>
            <a:ext cx="5364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S/N: {{Serial}}</a:t>
            </a:r>
          </a:p>
        </p:txBody>
      </p:sp>
    </p:spTree>
    <p:extLst>
      <p:ext uri="{BB962C8B-B14F-4D97-AF65-F5344CB8AC3E}">
        <p14:creationId xmlns:p14="http://schemas.microsoft.com/office/powerpoint/2010/main" val="4158210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</TotalTime>
  <Words>10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Silentha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Mohatamim Haque</dc:creator>
  <cp:lastModifiedBy>Mohatamim Haque</cp:lastModifiedBy>
  <cp:revision>7</cp:revision>
  <dcterms:created xsi:type="dcterms:W3CDTF">2026-07-20T18:13:54Z</dcterms:created>
  <dcterms:modified xsi:type="dcterms:W3CDTF">2026-07-20T18:36:59Z</dcterms:modified>
</cp:coreProperties>
</file>